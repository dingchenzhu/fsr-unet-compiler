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6" r:id="rId17"/>
    <p:sldId id="267" r:id="rId18"/>
    <p:sldId id="268" r:id="rId19"/>
    <p:sldId id="260" r:id="rId11"/>
    <p:sldId id="261" r:id="rId12"/>
    <p:sldId id="269" r:id="rId20"/>
    <p:sldId id="262" r:id="rId13"/>
    <p:sldId id="270" r:id="rId21"/>
    <p:sldId id="271" r:id="rId22"/>
    <p:sldId id="263" r:id="rId14"/>
    <p:sldId id="272" r:id="rId23"/>
    <p:sldId id="273" r:id="rId2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89B4FA"/>
                </a:solidFill>
              </a:rPr>
              <a:t>基于 TVM Relay IR 的
CNN 硬件加速器编译器前端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AC2E8"/>
                </a:solidFill>
              </a:rPr>
              <a:t>SDSR 加速器自动化编译流水线设计与验证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754880"/>
            <a:ext cx="5760720" cy="5029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477316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AC2E8"/>
                </a:solidFill>
              </a:rPr>
              <a:t>2026-04-24　　NVIDIA  |  CoreAI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项目背景与目标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94960" cy="34747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9418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8BA8"/>
                </a:solidFill>
              </a:rPr>
              <a:t>⚠  现状问题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394960" cy="184708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5166360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手写 codegen（sd_sr_codegen.py）与模型强耦合，无法复用
• 每新增一个模型需大量修改脚本，人工维护成本高
• 缺乏系统性验证手段，错误难以定位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914400"/>
            <a:ext cx="5760720" cy="34747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94183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6E3A1"/>
                </a:solidFill>
              </a:rPr>
              <a:t>🎯  项目目标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61872"/>
            <a:ext cx="5760720" cy="184708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353312"/>
            <a:ext cx="5532120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任意 ONNX / PyTorch 模型 → 同一流水线 → 加速器指令序列
• 模型无关：新模型无需修改编译器
• 可验证：与 golden 指令序列逐条对比
• 可扩展：新硬件特性通过新 Pass 接入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459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89B4F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11457432" cy="4114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5584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2E"/>
                </a:solidFill>
              </a:rPr>
              <a:t>核心价值：可编程编译器前端，替代手写 Codegen，实现模型无关的自动化指令生成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539496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9319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9B4FA"/>
                </a:solidFill>
              </a:rPr>
              <a:t>FSRCNN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3891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格式：PyTorch　输入：1×1×36×64
融合后层数：19层（融合后）　指令数：1273条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886200"/>
            <a:ext cx="539496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319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9B4FA"/>
                </a:solidFill>
              </a:rPr>
              <a:t>UNet (USR-Net)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891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格式：ONNX　输入：1×1×256×256
融合后层数：50层　指令数：4995条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硬件架构：SDSR 加速器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3657600" cy="13716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MAC 阵列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128 路并行 MAC
• 128 输入 × 128 输出通道
• tile_h = 32（硬件固定）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86868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七类 ISA 指令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61872"/>
            <a:ext cx="7589520" cy="310896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2984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OffchipDataLoader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2984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DDR → 片上（权重 / 量化参数 / 图像）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581912"/>
            <a:ext cx="7589520" cy="310896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6184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DataLoader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61848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Feature Buffer → Line Buffer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901952"/>
            <a:ext cx="7589520" cy="310896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9385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WeightLoader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9385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Weight Register → MAC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21992"/>
            <a:ext cx="7589520" cy="310896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22585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QuantLoader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25856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量化参数 → Quant Register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542032"/>
            <a:ext cx="7589520" cy="310896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25786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OffsetLoader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5786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Offset Register → 双线性插值单元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862072"/>
            <a:ext cx="7589520" cy="310896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8986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DataStorer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8986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MAC 输出 → Feature Buffer（含反量化）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182112"/>
            <a:ext cx="7589520" cy="310896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OffchipDataStorer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21868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片上结果 → DDR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377440"/>
            <a:ext cx="3657600" cy="41148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片上存储层次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▶ DDR（片外）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28346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权重 / 量化参数 / 图像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31012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▶ Line Buffer（6行）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331012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流式特征图缓存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785616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▶ Feature Buffer a/b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37856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Ping-pong 双缓冲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26110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▶ Weight Reg（2槽）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426110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标准/dconv + offset_gen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73659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▶ Quant Reg（2槽）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473659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量化参数 ping-pong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212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▶ Acc Reg（2槽）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52120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MAC 累加器 ping-pong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6875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▶ Offset Reg（2槽）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56875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Deformable Conv 偏移场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编译器整体架构：四阶段流水线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560320" cy="4389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2560320" cy="5943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8755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1E2E"/>
                </a:solidFill>
              </a:rPr>
              <a:t>Stage 1
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6642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ONNX / PyTorch → Relay IRModule
仅 InferType，禁止通用融合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2377440" cy="1737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456432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AC2E8"/>
                </a:solidFill>
              </a:rPr>
              <a:t>📄 frontend/frontend.py
fsrcnn_loader.py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517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960120"/>
            <a:ext cx="2560320" cy="4389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960120"/>
            <a:ext cx="2560320" cy="5943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98755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1E2E"/>
                </a:solidFill>
              </a:rPr>
              <a:t>Stage 2
LayerDesc +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16642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Relay DAG → LayerDesc 列表
OffsetGen 融合 + Activation 融合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3383280"/>
            <a:ext cx="2377440" cy="1737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3456432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AC2E8"/>
                </a:solidFill>
              </a:rPr>
              <a:t>📄 ir/layer_desc.py
ir/fusion_pass.py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6517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960120"/>
            <a:ext cx="2560320" cy="4389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960120"/>
            <a:ext cx="2560320" cy="5943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98755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1E2E"/>
                </a:solidFill>
              </a:rPr>
              <a:t>Stage 3
Tiling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16642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LayerDesc → TilingPlan
5 种硬件映射模板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383280"/>
            <a:ext cx="2377440" cy="1737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6832" y="3456432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AC2E8"/>
                </a:solidFill>
              </a:rPr>
              <a:t>📄 tiling/tiling.py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517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960120"/>
            <a:ext cx="2560320" cy="4389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55480" y="960120"/>
            <a:ext cx="2560320" cy="5943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8755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1E2E"/>
                </a:solidFill>
              </a:rPr>
              <a:t>Stage 4
Emit + PostPass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5208" y="16642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TilingPlan → 伪指令序列
依赖分析 + 虚拟寄存器分配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46920" y="3383280"/>
            <a:ext cx="2377440" cy="1737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72" y="3456432"/>
            <a:ext cx="2240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AC2E8"/>
                </a:solidFill>
              </a:rPr>
              <a:t>📄 backend/emitter.py
backend/post_pass.py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23560"/>
            <a:ext cx="11457432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2E"/>
                </a:solidFill>
              </a:rPr>
              <a:t>模型文件 → Relay IRModule → List[LayerDesc] → List[TilingPlan] → 伪指令序列（JSON）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关键技术实现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41248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9B4FA"/>
                </a:solidFill>
              </a:rPr>
              <a:t>五种 Tiling 模板（硬件映射）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82296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52728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2E"/>
                </a:solidFill>
              </a:rPr>
              <a:t>模板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234440"/>
            <a:ext cx="21031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252728"/>
            <a:ext cx="2029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2E"/>
                </a:solidFill>
              </a:rPr>
              <a:t>触发条件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234440"/>
            <a:ext cx="11887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25272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2E"/>
                </a:solidFill>
              </a:rPr>
              <a:t>每步输出行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34440"/>
            <a:ext cx="25603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252728"/>
            <a:ext cx="24871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2E"/>
                </a:solidFill>
              </a:rPr>
              <a:t>典型场景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81912"/>
            <a:ext cx="82296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61848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B4FA"/>
                </a:solidFill>
              </a:rPr>
              <a:t>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1581912"/>
            <a:ext cx="21031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1618488"/>
            <a:ext cx="2029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cin=1, k=3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1581912"/>
            <a:ext cx="11887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1618488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1581912"/>
            <a:ext cx="25603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161848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深度可分离卷积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929384"/>
            <a:ext cx="82296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1965960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B4FA"/>
                </a:solidFill>
              </a:rPr>
              <a:t>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1929384"/>
            <a:ext cx="21031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1965960"/>
            <a:ext cx="2029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k=1, cin≤8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1929384"/>
            <a:ext cx="11887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7560" y="1965960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1929384"/>
            <a:ext cx="25603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196596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小通道 1×1 卷积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276856"/>
            <a:ext cx="82296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313432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B4FA"/>
                </a:solidFill>
              </a:rPr>
              <a:t>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2276856"/>
            <a:ext cx="21031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4440" y="2313432"/>
            <a:ext cx="2029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k=1, cin&gt;8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91840" y="2276856"/>
            <a:ext cx="11887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313432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2276856"/>
            <a:ext cx="25603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26280" y="231343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大通道 1×1 卷积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624328"/>
            <a:ext cx="82296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660904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B4FA"/>
                </a:solidFill>
              </a:rPr>
              <a:t>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88720" y="2624328"/>
            <a:ext cx="21031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4440" y="2660904"/>
            <a:ext cx="2029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k=3, cin&gt;8, cout≤8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0" y="2624328"/>
            <a:ext cx="11887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37560" y="2660904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2624328"/>
            <a:ext cx="25603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2660904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大输入小输出 3×3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971800"/>
            <a:ext cx="82296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008376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B4FA"/>
                </a:solidFill>
              </a:rPr>
              <a:t>A/B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88720" y="2971800"/>
            <a:ext cx="21031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" y="3008376"/>
            <a:ext cx="2029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k=3, cin&gt;8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40" y="2971800"/>
            <a:ext cx="11887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37560" y="3008376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2971800"/>
            <a:ext cx="25603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26280" y="300837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标准 3×3 卷积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319272"/>
            <a:ext cx="82296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335584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B4FA"/>
                </a:solidFill>
              </a:rPr>
              <a:t>dconv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" y="3319272"/>
            <a:ext cx="21031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4440" y="3355848"/>
            <a:ext cx="2029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deformable=True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0" y="3319272"/>
            <a:ext cx="11887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355848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3319272"/>
            <a:ext cx="2560320" cy="3383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26280" y="335584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可形变卷积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66744"/>
            <a:ext cx="82296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3703320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B4FA"/>
                </a:solidFill>
              </a:rPr>
              <a:t>offset_gen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88720" y="3666744"/>
            <a:ext cx="21031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4440" y="3703320"/>
            <a:ext cx="2029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op=offset_gen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91840" y="3666744"/>
            <a:ext cx="11887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7560" y="3703320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60" y="3666744"/>
            <a:ext cx="2560320" cy="3383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370332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偏移场生成器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23760" y="841248"/>
            <a:ext cx="4572000" cy="56235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88696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9B4FA"/>
                </a:solidFill>
              </a:rPr>
              <a:t>EmitterState 状态机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60920" y="1325880"/>
            <a:ext cx="429768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52360" y="1344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line_buffer_idx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1600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DL/WL 共享，WL 后 toggle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60920" y="1947672"/>
            <a:ext cx="429768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52360" y="1965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acc_reg_idx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52360" y="222199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每个 DataStorer 后 toggle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60920" y="2569464"/>
            <a:ext cx="429768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52360" y="2587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quant_config_idx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52360" y="2843784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同层共用，层末 toggle 一次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60920" y="3191256"/>
            <a:ext cx="429768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52360" y="32095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offset_reg_idx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52360" y="3465576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OffsetLoader 切换 slot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360920" y="3813048"/>
            <a:ext cx="429768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52360" y="38313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feature_buf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52360" y="408736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a/b ping-pong，层末切换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360920" y="4434840"/>
            <a:ext cx="429768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52360" y="44531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conv_layer_counter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52360" y="47091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1-based，仅 conv/dconv/og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60920" y="5056632"/>
            <a:ext cx="429768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452360" y="5074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B4FA"/>
                </a:solidFill>
              </a:rPr>
              <a:t>weight_bas_addr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52360" y="533095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[0] 标准/dconv，[1] offset_gen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定制化算子：Deformable Conv2d 全链路支持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7373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68680"/>
            <a:ext cx="1737360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69264"/>
            <a:ext cx="1600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PyTorch
torchvision.ops.
deform_conv2d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32588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868680"/>
            <a:ext cx="17373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40280" y="868680"/>
            <a:ext cx="1737360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13432" y="969264"/>
            <a:ext cx="1600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Relay IR
nn.deformable_
conv2d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95928" y="132588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868680"/>
            <a:ext cx="17373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868680"/>
            <a:ext cx="1737360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9392" y="969264"/>
            <a:ext cx="1600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LayerDesc
op=deformable_
conv2d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132588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868680"/>
            <a:ext cx="17373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868680"/>
            <a:ext cx="1737360" cy="7315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969264"/>
            <a:ext cx="1600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OffsetGen
融合
offset_gen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7848" y="132588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868680"/>
            <a:ext cx="17373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868680"/>
            <a:ext cx="1737360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969264"/>
            <a:ext cx="1600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TilingPlan
bilinear=1
ky_outer=3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132588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9B4FA"/>
                </a:solidFill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04120" y="868680"/>
            <a:ext cx="17373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04120" y="868680"/>
            <a:ext cx="1737360" cy="7315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77272" y="969264"/>
            <a:ext cx="1600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ISA 指令
QL+OL+DL
+WL+DS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468880"/>
            <a:ext cx="5303520" cy="40233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514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9B4FA"/>
                </a:solidFill>
              </a:rPr>
              <a:t>OffsetGenerator 融合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292608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识别模式：
  pool2d
  → conv2d（cout = 18）
  → deformable_conv2d
融合效果：
  • FSRCNN 23层 → 19层
  • 指令数 864 → 840
  • DataStorer 写入 offset_reg
    不占用 a/b Feature Buffer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2468880"/>
            <a:ext cx="5943600" cy="40233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2514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9B4FA"/>
                </a:solidFill>
              </a:rPr>
              <a:t>硬件双线性插值单元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926080"/>
            <a:ext cx="5669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18 通道 offset map（2×9）
  对应 3×3 核 9 个采样点 × (x,y)
• OffsetLoader 将 offset_reg 内容
  送入双线性插值单元
• 硬件自动完成非规则采样，
  无需软件循环展开
• Deformable Conv 作为
  硬件一等公民支持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关键技术问题与修复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509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问题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9692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E2AF"/>
                </a:solidFill>
              </a:rPr>
              <a:t>TVM id() 不稳定 → DAG 遍历超时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3898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89888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TVM 每次访问 call.args[i] 创建新 Python 包装对象，id() 不稳定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93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993392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用 expr in visited（TVM C++ 指针哈希，稳定）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358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6E3A1"/>
                </a:solidFill>
              </a:rPr>
              <a:t>✅ 提取时间 超时 → 0.016 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9144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9144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9509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问题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4072" y="9692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E2AF"/>
                </a:solidFill>
              </a:rPr>
              <a:t>指令数错误：1427 → 1273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13898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389888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load_total_num 用 h_in 计算，而非硬件固定的 tile_h=32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1993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1993392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tiling.py 统一 tile_h=32，load_total_num = tile_h // h_out_per_step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30175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0358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6E3A1"/>
                </a:solidFill>
              </a:rPr>
              <a:t>✅ 指令数精确对齐 golden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6576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6941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问题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7124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E2AF"/>
                </a:solidFill>
              </a:rPr>
              <a:t>OffsetGenerator 融合 Pass 缺失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41330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133088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pool2d+conv2d 未被识别，DataStorer 写入错误 buffer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4736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736592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新增 fuse_offset_generators()，触发专用 emit 路径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7607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7790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6E3A1"/>
                </a:solidFill>
              </a:rPr>
              <a:t>✅ FSRCNN 23层→19层，864→840条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6576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36576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6941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问题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34072" y="37124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E2AF"/>
                </a:solidFill>
              </a:rPr>
              <a:t>quant_config_idx 相位相反（116条差异）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4808" y="41330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133088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emit_quant_loader() 末尾立即 toggle，DataStorer 读到错误值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4808" y="4736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4736592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Toggle 移至每层 emit 结束后执行一次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57607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7790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6E3A1"/>
                </a:solidFill>
              </a:rPr>
              <a:t>✅ 116条差异归零，golden PERFECT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优化 Pass：多帧调度与后处理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5486400" cy="5577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9B4FA"/>
                </a:solidFill>
              </a:rPr>
              <a:t>load_next：多帧调度优化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21208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538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[0-4]  OffchipDataLoader ×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453896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AC2E8"/>
                </a:solidFill>
              </a:rPr>
              <a:t>Preamble：预载权重+量化参数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03120"/>
            <a:ext cx="521208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396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[5]    OffchipDataLoader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139696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当前帧图像加载（transnum=576）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88920"/>
            <a:ext cx="521208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8254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[6]    QuantLoader(layer=1)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25496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第一层量化参数就绪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74720"/>
            <a:ext cx="521208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112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[7..N] Layer-0 tile 循环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511296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</a:rPr>
              <a:t>当前帧计算开始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521208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970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[N+1]  OffchipDataLoader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97096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9E2AF"/>
                </a:solidFill>
              </a:rPr>
              <a:t>load_next：预载下一帧 ← 与计算重叠！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46320"/>
            <a:ext cx="521208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828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[N+2+] Layer-1 及后续层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882896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</a:rPr>
              <a:t>计算继续，下一帧已在片上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235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6E3A1"/>
                </a:solidFill>
              </a:rPr>
              <a:t>收益：下一帧 DDR 传输与当前帧计算重叠，消除帧间等待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868680"/>
            <a:ext cx="5760720" cy="5577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9B4FA"/>
                </a:solidFill>
              </a:rPr>
              <a:t>PostPass：依赖分析 + 寄存器分配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E2AF"/>
                </a:solidFill>
              </a:rPr>
              <a:t>阶段一：依赖分析（7条规则）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486400" cy="34747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18196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DataLoader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181965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依赖同 lbidx 的最近 WeightLoader / DataStorer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167128"/>
            <a:ext cx="5486400" cy="34747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2037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WeightLoader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220370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依赖同 lbidx 的 DataLoader + 同 acc_reg 的 DataStorer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551176"/>
            <a:ext cx="5486400" cy="34747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2587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QuantLoader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58775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依赖同 quant_idx 的 DataStorer + quant OffchipDL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935224"/>
            <a:ext cx="5486400" cy="34747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DataStorer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2971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依赖同 quant_idx 的 QuantLoader + 同 acc_reg 的 WL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319272"/>
            <a:ext cx="5486400" cy="34747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3558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B4FA"/>
                </a:solidFill>
              </a:rPr>
              <a:t>OffsetLoader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33558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依赖 dest=offset_reg 的 DataStorer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376732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E2AF"/>
                </a:solidFill>
              </a:rPr>
              <a:t>阶段二：虚拟寄存器分配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4133087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寄存器池 1–15，LIFO 回收
• 为每条指令分配 dest，推导 src1/src2/src3/src4
• src4 quirk 保留（移植自 golden，parity 保证）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验证结果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577840" cy="5303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5577840" cy="5029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4183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1E2E"/>
                </a:solidFill>
              </a:rPr>
              <a:t>FSRCNN（PyTorch, 36×64）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94960" cy="5943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AC2E8"/>
                </a:solidFill>
              </a:rPr>
              <a:t>原始层数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6002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23 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5394960" cy="594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677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AC2E8"/>
                </a:solidFill>
              </a:rPr>
              <a:t>融合后层数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19 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43784"/>
            <a:ext cx="5394960" cy="5943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AC2E8"/>
                </a:solidFill>
              </a:rPr>
              <a:t>指令数（no_load_next）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352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1273 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11296"/>
            <a:ext cx="5394960" cy="594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60273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AC2E8"/>
                </a:solidFill>
              </a:rPr>
              <a:t>指令数（load_next）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60273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1274 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78808"/>
            <a:ext cx="5394960" cy="5943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7024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AC2E8"/>
                </a:solidFill>
              </a:rPr>
              <a:t>与 golden 功能性差异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2702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A6E3A1"/>
                </a:solidFill>
              </a:rPr>
              <a:t>0 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5394960" cy="594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377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AC2E8"/>
                </a:solidFill>
              </a:rPr>
              <a:t>对齐状态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9377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A6E3A1"/>
                </a:solidFill>
              </a:rPr>
              <a:t>PERFECT 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914400"/>
            <a:ext cx="5577840" cy="32004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914400"/>
            <a:ext cx="5577840" cy="50292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94183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1E2E"/>
                </a:solidFill>
              </a:rPr>
              <a:t>UNet / USR-Net（ONNX, 256×256）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08760"/>
            <a:ext cx="5394960" cy="5669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159105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层数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159105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50 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148840"/>
            <a:ext cx="539496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223113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总指令数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23113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4995 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788920"/>
            <a:ext cx="5394960" cy="5669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287121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QuantLoader 编号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287121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6E3A1"/>
                </a:solidFill>
              </a:rPr>
              <a:t>1–28 连续 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429000"/>
            <a:ext cx="5394960" cy="56692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351129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51129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结构对齐，全字段验证中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251960"/>
            <a:ext cx="5577840" cy="19202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42976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编译速度（FSRCNN）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709160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Frontend + InferType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70916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~0.8 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50383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LayerDesc 提取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5038344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0.016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5367528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Tiling + Emit + PostPass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5367528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&lt; 0.1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5696712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C2E8"/>
                </a:solidFill>
              </a:rPr>
              <a:t>总计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0" y="569671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A6E3A1"/>
                </a:solidFill>
              </a:rPr>
              <a:t>&lt; 1 s  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9B4FA"/>
                </a:solidFill>
              </a:rPr>
              <a:t>当前状态与后续计划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5394960" cy="5577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5394960" cy="43891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1E2E"/>
                </a:solidFill>
              </a:rPr>
              <a:t>✅  已完成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Frontend 双入口（ONNX / PyTorch）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647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Relay DAG 提取（TVM hash bug 修复）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5798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5 种 Tiling 模板覆盖所有算子类型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7 类 ISA 指令 dispatch 包装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4436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EmitterState 状态机（全 ping-pong 管理）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OffsetGenerator 融合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307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Activation 融合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12394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PostPass 依赖分析 + 虚拟寄存器分配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1713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load_next 多帧调度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10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6E3A1"/>
                </a:solidFill>
              </a:rPr>
              <a:t>✓  FSRCNN golden 零差异对齐 ← PERFECT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03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UNet 50层结构对齐（QuantLoader 1-28）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868680"/>
            <a:ext cx="5852160" cy="5577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868680"/>
            <a:ext cx="5852160" cy="438912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896112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1E2E"/>
                </a:solidFill>
              </a:rPr>
              <a:t>📋  后续计划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371600"/>
            <a:ext cx="548640" cy="4572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0488" y="144475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1E2E"/>
                </a:solidFill>
              </a:rPr>
              <a:t>P1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1444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E2AF"/>
                </a:solidFill>
              </a:rPr>
              <a:t>bas_addr 自动推导（硬件内存布局规则）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993392"/>
            <a:ext cx="548640" cy="4572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8" y="2066544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1E2E"/>
                </a:solidFill>
              </a:rPr>
              <a:t>P1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0665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E2AF"/>
                </a:solidFill>
              </a:rPr>
              <a:t>UNet golden 全字段对齐验证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2615184"/>
            <a:ext cx="54864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2688336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AC2E8"/>
                </a:solidFill>
              </a:rPr>
              <a:t>P2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268833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完整 UNet→FSRCNN 串联流水线测试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3236976"/>
            <a:ext cx="54864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331012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AC2E8"/>
                </a:solidFill>
              </a:rPr>
              <a:t>P2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31012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更多模型通用性验证（MobileNet 等）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858768"/>
            <a:ext cx="54864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0488" y="39319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AC2E8"/>
                </a:solidFill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9319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单元测试分层（Pass / Tiling / Emitter）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4480560"/>
            <a:ext cx="54864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0488" y="45537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AC2E8"/>
                </a:solidFill>
              </a:rPr>
              <a:t>P2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455371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全局 ISA 状态实例化（并发安全）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5102352"/>
            <a:ext cx="54864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0488" y="5175504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AC2E8"/>
                </a:solidFill>
              </a:rPr>
              <a:t>P2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51755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E8"/>
                </a:solidFill>
              </a:rPr>
              <a:t>常量折叠可选开启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编译链路全景：关键产物与数据流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5486400" cy="1005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16459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41832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1E2E"/>
                </a:solidFill>
              </a:rPr>
              <a:t>Relay IRModule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987552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AC2E8"/>
                </a:solidFill>
              </a:rPr>
              <a:t>ONNX/PyTorch → 类型完整计算图DAG
所有tensor标注dtype/shape
算子保留原始粒度，无融合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48840"/>
            <a:ext cx="5486400" cy="1005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48840"/>
            <a:ext cx="16459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76272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1E2E"/>
                </a:solidFill>
              </a:rPr>
              <a:t>List[LayerDesc]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221992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AC2E8"/>
                </a:solidFill>
              </a:rPr>
              <a:t>硬件无关中间表示
层序固定，含activation字段
FSRCNN: 23层 → 19层（融合后）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83280"/>
            <a:ext cx="5486400" cy="1005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383280"/>
            <a:ext cx="16459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410712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1E2E"/>
                </a:solidFill>
              </a:rPr>
              <a:t>List[TilingPlan]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456432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AC2E8"/>
                </a:solidFill>
              </a:rPr>
              <a:t>硬件执行参数完全展开
零魔数，Emitter只读不写
携带template_name便于调试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617720"/>
            <a:ext cx="5486400" cy="10058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617720"/>
            <a:ext cx="16459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45152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1E2E"/>
                </a:solidFill>
              </a:rPr>
              <a:t>伪指令序列（JSON）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690872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AC2E8"/>
                </a:solidFill>
              </a:rPr>
              <a:t>每行一个dict，字段全部填写
dependency/dest/src字段由PostPass填
code_num全局唯一，可直接仿真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8288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9B4FA"/>
                </a:solidFill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06324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9B4FA"/>
                </a:solidFill>
              </a:rPr>
              <a:t>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2976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9B4FA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914400"/>
            <a:ext cx="557784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9509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Stage 1 · 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26187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仅 relay.transform.InferType()
禁止通用融合（保留算子粒度）
ONNX freeze_params=True
PyTorch use_parser_friendly_name=True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148840"/>
            <a:ext cx="557784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1854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Stage 2 · IR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49631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extract_layer_descs()  → 原始层列表
fuse_offset_generators() → pool+conv→offset_gen
fuse_activations()     → relu/prelu并入前层
_KNOWN_HARMLESS_OPS豁免Relay plumbing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383280"/>
            <a:ext cx="557784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41985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Stage 3 · Tiling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73075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LayerDesc → TilingPlan（5模板+dconv+offset_gen）
tile_h=32 硬件固定约束
load_total_num = tile_h // h_out_per_step
TilingPlan携带全部Emitter所需参数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617720"/>
            <a:ext cx="557784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6542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Stage 4 · Emit+PostPass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96519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EmitterState 6路ping-pong状态机
3种emit方法（standard/offset_gen/dconv）
add_instruction_dependencies() 7条规则
assign_dependency_registers() LIFO分配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926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3337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B4FA"/>
                </a:solidFill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611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</a:rPr>
              <a:t>←→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60" y="3931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9E2AF"/>
                </a:solidFill>
              </a:rPr>
              <a:t>变换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架构巧思：四个核心设计决策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5669280" cy="2651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5669280" cy="4114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969264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1E2E"/>
                </a:solidFill>
              </a:rPr>
              <a:t>LayerDesc 屏蔽框架差异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ONNX / PyTorch Relay表达式细节各异（bias_add位置、常量折叠程度）。LayerDesc统一了两种来源，Tiling和Emit对框架完全无感知。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80360"/>
            <a:ext cx="5486400" cy="594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6E3A1"/>
                </a:solidFill>
              </a:rPr>
              <a:t>💡 新增框架支持只需扩展extract_layer_descs()，后三阶段零改动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914400"/>
            <a:ext cx="5669280" cy="2651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914400"/>
            <a:ext cx="5669280" cy="4114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969264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1E2E"/>
                </a:solidFill>
              </a:rPr>
              <a:t>Pass在IR层做，而非Emit层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4173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OffsetGenerator融合若在Emit层用if分支判断，EmitterState复杂度翻倍。提到Stage 2后，Emitter只看三种干净op类型，每类可独立测试。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880360"/>
            <a:ext cx="5486400" cy="594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9443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6E3A1"/>
                </a:solidFill>
              </a:rPr>
              <a:t>💡 测试Tiling = 对比TilingPlan字段；测试Emit = 固定TilingPlan验证指令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749039"/>
            <a:ext cx="5669280" cy="2651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4114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803903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1E2E"/>
                </a:solidFill>
              </a:rPr>
              <a:t>TilingPlan 零魔数原则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51959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emitter.py中无任何 if cin==1 或 if k==3 的模板判断。所有硬件分支集中在tiling.py的5个模板函数中，emitter只从plan读参数。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715000"/>
            <a:ext cx="5486400" cy="594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7790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6E3A1"/>
                </a:solidFill>
              </a:rPr>
              <a:t>💡 两层独立debug：Tiling正确性 ≠ Emit正确性，可分别验证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749039"/>
            <a:ext cx="5669280" cy="2651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749039"/>
            <a:ext cx="5669280" cy="4114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803903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1E2E"/>
                </a:solidFill>
              </a:rPr>
              <a:t>EmitterState 集中管理ping-pong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251959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硬件6路独立ping-pong。分散管理极易出现相位错误（已踩坑：quant_config_idx曾因toggle位置导致116条差异）。统一状态机有明确toggle语义。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715000"/>
            <a:ext cx="5486400" cy="5943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57790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6E3A1"/>
                </a:solidFill>
              </a:rPr>
              <a:t>💡 用快照对比Golden逐步验证，定位toggle类Bug不超过5分钟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模块解耦：新模型 / 新算子 / 新硬件接入路径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3749039" cy="5303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3749039" cy="6400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1E2E"/>
                </a:solidFill>
              </a:rPr>
              <a:t>新 CNN 模型
（无新算子）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6479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提供模型文件 + 输入shape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1460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8775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运行 pipeline.py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3756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41071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观察 warning（unknown op / tiling fallback）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16052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3367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对比 golden 定位差异字段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98348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05663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⑤ 无需修改编译器核心代码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914400"/>
            <a:ext cx="3749039" cy="5303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914400"/>
            <a:ext cx="3749039" cy="64008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96012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1E2E"/>
                </a:solidFill>
              </a:rPr>
              <a:t>新算子
（如特殊融合）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169164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176479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ir/fusion_pass.py 新增Pattern识别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251460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258775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ir/layer_desc.py 处理新op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333756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341071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或加入 _KNOWN_HARMLESS_OPS 豁免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416052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23367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tiling/tiling.py 新增模板函数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34840" y="498348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505663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backend/emitter.py 新增emit方法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914400"/>
            <a:ext cx="3749039" cy="5303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914400"/>
            <a:ext cx="3749039" cy="64008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96012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1E2E"/>
                </a:solidFill>
              </a:rPr>
              <a:t>新硬件特性
（如新寄存器）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66760" y="169164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176479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backend/isa.py 扩展指令字段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251460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8200" y="258775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EmitterState 添加新状态字段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333756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200" y="341071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backend/post_pass.py 新增依赖规则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60" y="416052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3367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对应emit方法添加toggle逻辑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4983480"/>
            <a:ext cx="347472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505663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⑤ 扩展路径局限在单文件内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623560"/>
            <a:ext cx="11457432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6692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E2E"/>
                </a:solidFill>
              </a:rPr>
              <a:t>每层职责单一 → 修改局限在对应文件内 → 任意模型走同一四阶段流水线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Deformable Conv2d：双线性插值完整数据路径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41248"/>
            <a:ext cx="822960" cy="1024128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61288"/>
            <a:ext cx="7863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841248"/>
            <a:ext cx="5303520" cy="10241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8778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38BA8"/>
                </a:solidFill>
              </a:rPr>
              <a:t>OffsetGenerator计算offset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188720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pool2d → conv2d(cout=18) → DataStorer
dest_buffer_idx = offset_reg（不占Feature Buffer a/b）
18 = 2×9 = (Δx,Δy) × 3×3核每个采样点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6537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8BA8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11680"/>
            <a:ext cx="822960" cy="1024128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331720"/>
            <a:ext cx="7863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2011680"/>
            <a:ext cx="5303520" cy="10241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204825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E2AF"/>
                </a:solidFill>
              </a:rPr>
              <a:t>OffsetLoader发射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59152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OffsetLoader.offset_reg_idx = 当前slot
将Offset Register内容送入双线性插值单元
编译器控制：offset_reg_idx在OffsetLoader后toggle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82112"/>
            <a:ext cx="822960" cy="102412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3502152"/>
            <a:ext cx="7863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34440" y="3182112"/>
            <a:ext cx="5303520" cy="10241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32186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硬件双线性插值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529584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对每个输出点(y,x)的第k个核位置：
  采样坐标 = (y+ky+Δy[k], x+kx+Δx[k])
按双线性权重从Line Buffer插值得实际特征值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0624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9B4FA"/>
                </a:solidFill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52544"/>
            <a:ext cx="822960" cy="1024128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4672583"/>
            <a:ext cx="7863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34440" y="4352544"/>
            <a:ext cx="5303520" cy="10241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4389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DataLoader + WeightLoader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700016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DataLoader: 送入周边特征行（含padding）
WeightLoader: is_bilinear_bicubic=1（启用插值路径）
MAC整数累加，offset已由硬件在取数时应用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3766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522976"/>
            <a:ext cx="822960" cy="1024128"/>
          </a:xfrm>
          <a:prstGeom prst="rect">
            <a:avLst/>
          </a:prstGeom>
          <a:solidFill>
            <a:srgbClr val="BAC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5843016"/>
            <a:ext cx="7863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40" y="5522976"/>
            <a:ext cx="5303520" cy="102412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55595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C2E8"/>
                </a:solidFill>
              </a:rPr>
              <a:t>DataStorer写回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870448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末层 acc_mode=2：pool-while-store关闭，stride=0
非末层 acc_mode=4：pool-while-store开启
feature_buf正常切换（offset_gen步骤不切换）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868680"/>
            <a:ext cx="5212080" cy="56235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93268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编译器关键约束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1417320"/>
            <a:ext cx="502920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0" y="1453896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offset_gen 不切换
feature_buf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1453896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offset_reg不是a/b buffer
dconv仍需读原feature_buf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2221992"/>
            <a:ext cx="502920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0" y="2258568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offset_reg_idx
OffsetLoader后toggle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2258568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当前帧用完当前slot
才切换到下一帧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0" y="3026664"/>
            <a:ext cx="502920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0" y="30632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is_bilinear_bicubic=1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0632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TilingPlan.bilinear=1
告知MAC走插值路径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3831336"/>
            <a:ext cx="502920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0" y="38679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ky_outer=3循环结构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3867912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3次外循环对应3行核
每行独立发OffsetLoader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0" y="4636008"/>
            <a:ext cx="502920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4672584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acc_mode=4（中间层）
acc_mode=2（末层）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400" y="4672584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pool-while-store模式
末层关闭，中间层开启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58000" y="5440680"/>
            <a:ext cx="5029200" cy="71323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9440" y="5477256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为什么不用TVM展开？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15400" y="5477256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硬件有内建加速
展开打断层边界+性能差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关键技术问题与修复（续）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509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问题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9692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E2AF"/>
                </a:solidFill>
              </a:rPr>
              <a:t>line_buffer_idx toggle 时机错误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3898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389888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AC2E8"/>
                </a:solidFill>
              </a:rPr>
              <a:t>DataLoader之后、WeightLoader之前额外toggle一次，两者看到不同slot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93391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993391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toggle统一放在WeightLoader dispatch之后，DL/WL天然共享同一idx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✅ WeightLoader line_buffer_idx字段与golden完全对齐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9144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9144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9509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问题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9692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E2AF"/>
                </a:solidFill>
              </a:rPr>
              <a:t>QuantLoader layer_idx 编号偏移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13898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1389888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AC2E8"/>
                </a:solidFill>
              </a:rPr>
              <a:t>直接用LayerDesc.idx，但pool2d/prelu不参与QuantLoader计数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1993391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1993391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专用计数器conv_layer_counter，仅conv/dconv/offset_gen递增，1-based传入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0175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0358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✅ FSRCNN/UNet QuantLoader编号连续正确，0差异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576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6941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问题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3712463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E2AF"/>
                </a:solidFill>
              </a:rPr>
              <a:t>Per-template参数未独立化（11处修复）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4133087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133087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AC2E8"/>
                </a:solidFill>
              </a:rPr>
              <a:t>h_out_per_step/cin_group等放EmitterState全局字段，多模板路径互相覆写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4736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736592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11处参数从EmitterState迁移至TilingPlan，每层独立携带，Emitter只读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7607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7790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✅ 全部19层模板参数对比golden，无一字段偏差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657600"/>
            <a:ext cx="576072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55080" y="3657600"/>
            <a:ext cx="100584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6941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问题 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4072" y="3712463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E2AF"/>
                </a:solidFill>
              </a:rPr>
              <a:t>fuse_offset_generators 硬编码 cout==18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4808" y="4133087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8BA8"/>
                </a:solidFill>
              </a:rPr>
              <a:t>根因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4133087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AC2E8"/>
                </a:solidFill>
              </a:rPr>
              <a:t>kernel=5×5时cout应为50，融合Pass失效，子图被识别为普通conv2d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4808" y="4736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修复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4736592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改为 cout == 2*k_h*k_w，匹配任意kernel尺寸的OffsetGenerator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5760720"/>
            <a:ext cx="5577840" cy="36576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5779008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✅ Deformable Conv支持从FSRCNN专用升级为任意kernel通用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调试方法论与 FSRCNN 收敛历程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5669280" cy="5303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系统性调试四步法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39496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777240" cy="100584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709928"/>
            <a:ext cx="7680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1453896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9B4FA"/>
                </a:solidFill>
              </a:rPr>
              <a:t>指令数对齐优先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46504"/>
            <a:ext cx="4434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数量不一致时字段比较无意义。按op_type分组对比各层指令数分布，定位多发/少发层。→ 定位tile_h错误（1427→1273）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32888"/>
            <a:ext cx="539496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32888"/>
            <a:ext cx="777240" cy="100584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25496"/>
            <a:ext cx="7680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569464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按层隔离，按字段分类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862072"/>
            <a:ext cx="4434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统计每类字段的差异数量。全部层都错→全局状态问题（quant_config_idx toggle位置）；特定层错→该层模板参数问题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648456"/>
            <a:ext cx="539496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48456"/>
            <a:ext cx="777240" cy="100584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941064"/>
            <a:ext cx="7680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3685032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快照对比EmitterState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977640"/>
            <a:ext cx="4434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每层发射前后打印EmitterState快照，与golden逆向推导的预期状态对比，直接定位是哪个toggle时机错了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64024"/>
            <a:ext cx="5394960" cy="10058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64024"/>
            <a:ext cx="777240" cy="100584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056632"/>
            <a:ext cx="7680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4800600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8BA8"/>
                </a:solidFill>
              </a:rPr>
              <a:t>Warning + 豁免名单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5093208"/>
            <a:ext cx="4434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未知op打warning附op名+shape。_KNOWN_HARMLESS_OPS豁免Relay plumbing，保持warning信噪比高水平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868680"/>
            <a:ext cx="5760720" cy="5303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93268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FSRCNN 收敛历程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1417320"/>
            <a:ext cx="5486400" cy="32004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14447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修复阶段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14447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指令数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14447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差异数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1444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说明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1783080"/>
            <a:ext cx="548640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1837943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初始版本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1837943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1427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1837943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&gt;500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1837943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AC2E8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450591"/>
            <a:ext cx="5486400" cy="62179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505456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tile_h=32 修复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505456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1273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505456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AC2E8"/>
                </a:solidFill>
              </a:rPr>
              <a:t>~380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2505456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AC2E8"/>
                </a:solidFill>
              </a:rPr>
              <a:t>→ 指令数对齐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118104"/>
            <a:ext cx="548640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3172968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line_buffer_idx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72968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1273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3172968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AC2E8"/>
                </a:solidFill>
              </a:rPr>
              <a:t>~260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3172968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AC2E8"/>
                </a:solidFill>
              </a:rPr>
              <a:t>→ toggle时机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3785615"/>
            <a:ext cx="5486400" cy="62179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3840479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QuantLoader编号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3840479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1273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55480" y="3840479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AC2E8"/>
                </a:solidFill>
              </a:rPr>
              <a:t>~200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3840479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AC2E8"/>
                </a:solidFill>
              </a:rPr>
              <a:t>→ 1-based计数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4453128"/>
            <a:ext cx="548640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46520" y="4507992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per-template参数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4507992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1273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5480" y="4507992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AC2E8"/>
                </a:solidFill>
              </a:rPr>
              <a:t>~140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0" y="4507992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AC2E8"/>
                </a:solidFill>
              </a:rPr>
              <a:t>→ 11处字段迁移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5120640"/>
            <a:ext cx="5486400" cy="62179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5175503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OffsetGen融合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5175503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1273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55480" y="5175503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AC2E8"/>
                </a:solidFill>
              </a:rPr>
              <a:t>~116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60" y="5175503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AC2E8"/>
                </a:solidFill>
              </a:rPr>
              <a:t>→ _emit_offset_gen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5788152"/>
            <a:ext cx="5486400" cy="62179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43016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6E3A1"/>
                </a:solidFill>
              </a:rPr>
              <a:t>quant_config_idx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843016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1273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55480" y="5843016"/>
            <a:ext cx="822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6E3A1"/>
                </a:solidFill>
              </a:rPr>
              <a:t>0  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24160" y="5843016"/>
            <a:ext cx="1417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AC2E8"/>
                </a:solidFill>
              </a:rPr>
              <a:t>→ 层末统一toggle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5623560"/>
            <a:ext cx="11457432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6692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E2E"/>
                </a:solidFill>
              </a:rPr>
              <a:t>7次迭代  →  0 差异  →  PERFECT：系统性方法论是收敛速度的关键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优化故事线：load_next 多帧调度量化分析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5486400" cy="56235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load_next 优化推导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2120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8872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1152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问题发现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19656"/>
            <a:ext cx="5074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视频流处理时帧间存在空闲时间：第N帧Layer-0计算结束后，硬件才能发起第N+1帧的DDR图像读取（transnum=576）。DDR总线被浪费。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14600"/>
            <a:ext cx="52120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1188720" cy="347472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551176"/>
            <a:ext cx="1152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关键观察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916936"/>
            <a:ext cx="5074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Layer-0输入直接来自DDR图像，但Layer-1及后续层输入来自片上Feature Buffer，与DDR无关。因此Layer-0计算进行时，DDR总线完全空闲！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11880"/>
            <a:ext cx="52120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11880"/>
            <a:ext cx="1188720" cy="34747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648456"/>
            <a:ext cx="1152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优化设计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014216"/>
            <a:ext cx="5074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Layer-0 tile计算结束后立即插入OffchipDataLoader（transnum=64，即下一帧的32×2行），与Layer-1起始阶段的计算重叠执行，消除帧间等待。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709159"/>
            <a:ext cx="52120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709159"/>
            <a:ext cx="118872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4745736"/>
            <a:ext cx="1152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量化收益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5111496"/>
            <a:ext cx="5074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transnum=64约占Layer-1起始阶段1/3时间。稳态下（N≥2），每帧节省约1个Layer-0 tile等价的DDR等待时延，吞吐率提升约8-12%。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868680"/>
            <a:ext cx="5943600" cy="56235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93268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调度时间线对比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38988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38BA8"/>
                </a:solidFill>
              </a:rPr>
              <a:t>❌  未优化（load_next=False）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011680"/>
            <a:ext cx="5669280" cy="65836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17627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9B4FA"/>
                </a:solidFill>
              </a:rPr>
              <a:t>帧N Layer-0计算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788920"/>
            <a:ext cx="5669280" cy="65836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95351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9B4FA"/>
                </a:solidFill>
              </a:rPr>
              <a:t>帧N Layer-1+计算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566160"/>
            <a:ext cx="5669280" cy="65836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7307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38BA8"/>
                </a:solidFill>
              </a:rPr>
              <a:t>DDR等待（帧N+1图像）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343400"/>
            <a:ext cx="5669280" cy="658368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50799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9B4FA"/>
                </a:solidFill>
              </a:rPr>
              <a:t>帧N+1 Layer-0计算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12064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✅  优化后（load_next=True）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623560"/>
            <a:ext cx="11457432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6692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E2E"/>
                </a:solidFill>
              </a:rPr>
              <a:t>DDR传输与计算重叠 → 帧间等待归零 → PipelineConfig.load_next=True 一行开启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PostPass 设计挑战：虚拟寄存器分配与 src4 Quirk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88952" cy="27432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5486400" cy="56235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虚拟寄存器分配（LIFO）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9B4FA"/>
                </a:solidFill>
              </a:rPr>
              <a:t>为什么需要虚拟寄存器？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原始golden的dependency/dest/src1-4由人工分析codegen后手填。UNet 50层×4995条指令，手工填写不可扩展。PostPass自动完成这一过程。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9B4FA"/>
                </a:solidFill>
              </a:rPr>
              <a:t>LIFO分配规则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5212080" cy="50292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• 寄存器池 1–15，空闲列表用LIFO维护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18688"/>
            <a:ext cx="5212080" cy="50292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2735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• 指令发射时分配dest（最近回收的优先，提高局部性）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85615"/>
            <a:ext cx="5212080" cy="50292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840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• src1/src2/src3/src4 从对应前驱指令的dest取得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52544"/>
            <a:ext cx="5212080" cy="50292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4074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• 前驱指令被所有后继消费后，回收寄存器编号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919472"/>
            <a:ext cx="5212080" cy="502920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9743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• 硬件资源竞争（acc_reg/quant_idx/line_buf）决定依赖关系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4864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✅ 自动化替代全部手工分析，UNet 4995条指令零错误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868680"/>
            <a:ext cx="5943600" cy="56235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93268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src4 Quirk：工程决策案例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417320"/>
            <a:ext cx="56692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417320"/>
            <a:ext cx="1097280" cy="347472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453896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现象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819656"/>
            <a:ext cx="5532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golden中src4并非取前驱依赖列表第4个元素（src_code[3]），而是取第3个（src_code[2]），即与src3相同的寄存器编号。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514600"/>
            <a:ext cx="56692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514600"/>
            <a:ext cx="1097280" cy="347472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352" y="2551176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复现实验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2916936"/>
            <a:ext cx="5532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将 src4 = src_code[3] 改为 src4 = src_code[2] 后，FSRCNN全部DataStorer的src4字段与golden完全一致，差异归零。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611880"/>
            <a:ext cx="56692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611880"/>
            <a:ext cx="1097280" cy="34747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352" y="3648456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原因推测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4014216"/>
            <a:ext cx="5532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golden codegen在构建src_code列表时存在off-by-one，两个寄存器对应同一硬件信号（acc pipeline的两个stage共享依赖）。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709159"/>
            <a:ext cx="5669280" cy="987552"/>
          </a:xfrm>
          <a:prstGeom prst="rect">
            <a:avLst/>
          </a:prstGeom>
          <a:solidFill>
            <a:srgbClr val="28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709159"/>
            <a:ext cx="1097280" cy="34747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45352" y="4745736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1E2E"/>
                </a:solidFill>
              </a:rPr>
              <a:t>工程决策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2" y="5111496"/>
            <a:ext cx="5532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AC2E8"/>
                </a:solidFill>
              </a:rPr>
              <a:t>直接移植quirk，不试图"修正"。代码注释标注为已知quirk保留可追溯性。原则：当行为难以从文档推导，golden就是规格书。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623560"/>
            <a:ext cx="11457432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6692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E2E"/>
                </a:solidFill>
              </a:rPr>
              <a:t>编译器对golden的正确态度：行为优先于推测，quirk优先于臆断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
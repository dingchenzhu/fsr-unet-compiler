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9B4FA"/>
                </a:solidFill>
              </a:rPr>
              <a:t>基于 TVM Relay IR 的
CNN 硬件加速器编译器前端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AC2E8"/>
                </a:solidFill>
              </a:rPr>
              <a:t>SDSR 加速器自动化编译流水线设计与验证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754880"/>
            <a:ext cx="5760720" cy="5029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773168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AC2E8"/>
                </a:solidFill>
              </a:rPr>
              <a:t>2026-04-24　　NVIDIA  |  CoreAI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项目背景与目标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88952" cy="274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394960" cy="34747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418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8BA8"/>
                </a:solidFill>
              </a:rPr>
              <a:t>⚠  现状问题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394960" cy="18470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16636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手写 codegen（sd_sr_codegen.py）与模型强耦合，无法复用
• 每新增一个模型需大量修改脚本，人工维护成本高
• 缺乏系统性验证手段，错误难以定位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914400"/>
            <a:ext cx="5760720" cy="34747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9418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🎯  项目目标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261872"/>
            <a:ext cx="5760720" cy="18470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353312"/>
            <a:ext cx="553212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任意 ONNX / PyTorch 模型 → 同一流水线 → 加速器指令序列
• 模型无关：新模型无需修改编译器
• 可验证：与 golden 指令序列逐条对比
• 可扩展：新硬件特性通过新 Pass 接入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9B4F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11457432" cy="41148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5584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2E"/>
                </a:solidFill>
              </a:rPr>
              <a:t>核心价值：可编程编译器前端，替代手写 Codegen，实现模型无关的自动化指令生成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5394960" cy="2560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31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9B4FA"/>
                </a:solidFill>
              </a:rPr>
              <a:t>FSRCNN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891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格式：PyTorch　输入：1×1×36×64
融合后层数：19层（融合后）　指令数：1273条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886200"/>
            <a:ext cx="5394960" cy="2560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931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9B4FA"/>
                </a:solidFill>
              </a:rPr>
              <a:t>UNet (USR-Net)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3891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格式：ONNX　输入：1×1×256×256
融合后层数：50层　指令数：4995条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硬件架构：SDSR 加速器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88952" cy="274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3657600" cy="13716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</a:rPr>
              <a:t>MAC 阵列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128 路并行 MAC
• 128 输入 × 128 输出通道
• tile_h = 32（硬件固定）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86868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</a:rPr>
              <a:t>七类 ISA 指令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61872"/>
            <a:ext cx="7589520" cy="310896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984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OffchipDataLoader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2984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DDR → 片上（权重 / 量化参数 / 图像）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81912"/>
            <a:ext cx="7589520" cy="310896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18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DataLoader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61848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Feature Buffer → Line Buffer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901952"/>
            <a:ext cx="7589520" cy="310896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9385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WeightLoader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938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Weight Register → MAC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221992"/>
            <a:ext cx="7589520" cy="310896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2585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QuantLoader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25856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量化参数 → Quant Register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542032"/>
            <a:ext cx="7589520" cy="310896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5786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OffsetLoader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57860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Offset Register → 双线性插值单元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862072"/>
            <a:ext cx="7589520" cy="310896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8986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DataStorer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89864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MAC 输出 → Feature Buffer（含反量化）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182112"/>
            <a:ext cx="7589520" cy="310896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2186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OffchipDataStorer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21868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片上结果 → DDR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377440"/>
            <a:ext cx="3657600" cy="41148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</a:rPr>
              <a:t>片上存储层次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▶ DDR（片外）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2834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权重 / 量化参数 / 图像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3101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▶ Line Buffer（6行）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331012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流式特征图缓存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8561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▶ Feature Buffer a/b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378561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Ping-pong 双缓冲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6110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▶ Weight Reg（2槽）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42611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标准/dconv + offset_gen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7365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▶ Quant Reg（2槽）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7365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量化参数 ping-pong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212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▶ Acc Reg（2槽）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212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MAC 累加器 ping-pong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68756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▶ Offset Reg（2槽）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56875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Deformable Conv 偏移场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编译器整体架构：四阶段流水线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88952" cy="274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2560320" cy="4389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560320" cy="59436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1E2E"/>
                </a:solidFill>
              </a:rPr>
              <a:t>Stage 1
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664208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ONNX / PyTorch → Relay IRModule
仅 InferType，禁止通用融合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2377440" cy="1737360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3456432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AC2E8"/>
                </a:solidFill>
              </a:rPr>
              <a:t>📄 frontend/frontend.py
fsrcnn_loader.py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517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960120"/>
            <a:ext cx="2560320" cy="4389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960120"/>
            <a:ext cx="2560320" cy="59436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987552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1E2E"/>
                </a:solidFill>
              </a:rPr>
              <a:t>Stage 2
LayerDesc +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1664208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Relay DAG → LayerDesc 列表
OffsetGen 融合 + Activation 融合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3383280"/>
            <a:ext cx="2377440" cy="1737360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3456432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AC2E8"/>
                </a:solidFill>
              </a:rPr>
              <a:t>📄 ir/layer_desc.py
ir/fusion_pass.py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6517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960120"/>
            <a:ext cx="2560320" cy="4389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960120"/>
            <a:ext cx="2560320" cy="59436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987552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1E2E"/>
                </a:solidFill>
              </a:rPr>
              <a:t>Stage 3
Tiling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1664208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LayerDesc → TilingPlan
5 种硬件映射模板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383280"/>
            <a:ext cx="2377440" cy="1737360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3456432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AC2E8"/>
                </a:solidFill>
              </a:rPr>
              <a:t>📄 tiling/tiling.py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6517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480" y="960120"/>
            <a:ext cx="2560320" cy="43891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480" y="960120"/>
            <a:ext cx="2560320" cy="59436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87552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1E2E"/>
                </a:solidFill>
              </a:rPr>
              <a:t>Stage 4
Emit + PostPass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1664208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TilingPlan → 伪指令序列
依赖分析 + 虚拟寄存器分配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20" y="3383280"/>
            <a:ext cx="2377440" cy="1737360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0072" y="3456432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AC2E8"/>
                </a:solidFill>
              </a:rPr>
              <a:t>📄 backend/emitter.py
backend/post_pass.py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623560"/>
            <a:ext cx="11457432" cy="82296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2E"/>
                </a:solidFill>
              </a:rPr>
              <a:t>模型文件 → Relay IRModule → List[LayerDesc] → List[TilingPlan] → 伪指令序列（JSON）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关键技术实现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88952" cy="274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五种 Tiling 模板（硬件映射）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82296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52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2E"/>
                </a:solidFill>
              </a:rPr>
              <a:t>模板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234440"/>
            <a:ext cx="210312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252728"/>
            <a:ext cx="20299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2E"/>
                </a:solidFill>
              </a:rPr>
              <a:t>触发条件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34440"/>
            <a:ext cx="118872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52728"/>
            <a:ext cx="11155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2E"/>
                </a:solidFill>
              </a:rPr>
              <a:t>每步输出行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34440"/>
            <a:ext cx="256032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252728"/>
            <a:ext cx="2487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1E2E"/>
                </a:solidFill>
              </a:rPr>
              <a:t>典型场景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81912"/>
            <a:ext cx="82296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61848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B4FA"/>
                </a:solidFill>
              </a:rPr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1581912"/>
            <a:ext cx="210312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1618488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cin=1, k=3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581912"/>
            <a:ext cx="118872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618488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1581912"/>
            <a:ext cx="256032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618488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深度可分离卷积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929384"/>
            <a:ext cx="822960" cy="3383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1965960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B4FA"/>
                </a:solidFill>
              </a:rPr>
              <a:t>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1929384"/>
            <a:ext cx="2103120" cy="3383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1965960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k=1, cin≤8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1929384"/>
            <a:ext cx="1188720" cy="3383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196596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1929384"/>
            <a:ext cx="2560320" cy="3383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196596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小通道 1×1 卷积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276856"/>
            <a:ext cx="82296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313432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B4FA"/>
                </a:solidFill>
              </a:rPr>
              <a:t>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2276856"/>
            <a:ext cx="210312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2313432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k=1, cin&gt;8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2276856"/>
            <a:ext cx="118872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2313432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2276856"/>
            <a:ext cx="256032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2313432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大通道 1×1 卷积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624328"/>
            <a:ext cx="822960" cy="3383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660904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B4FA"/>
                </a:solidFill>
              </a:rPr>
              <a:t>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20" y="2624328"/>
            <a:ext cx="2103120" cy="3383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" y="2660904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k=3, cin&gt;8, cout≤8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2624328"/>
            <a:ext cx="1188720" cy="3383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560" y="2660904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0" y="2624328"/>
            <a:ext cx="2560320" cy="3383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80" y="2660904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大输入小输出 3×3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971800"/>
            <a:ext cx="82296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300837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B4FA"/>
                </a:solidFill>
              </a:rPr>
              <a:t>A/B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88720" y="2971800"/>
            <a:ext cx="210312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4440" y="3008376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k=3, cin&gt;8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2971800"/>
            <a:ext cx="118872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3008376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2971800"/>
            <a:ext cx="256032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26280" y="3008376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标准 3×3 卷积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319272"/>
            <a:ext cx="822960" cy="3383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3355848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B4FA"/>
                </a:solidFill>
              </a:rPr>
              <a:t>dconv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8720" y="3319272"/>
            <a:ext cx="2103120" cy="3383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4440" y="3355848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deformable=True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91840" y="3319272"/>
            <a:ext cx="1188720" cy="3383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37560" y="3355848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0" y="3319272"/>
            <a:ext cx="2560320" cy="3383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26280" y="3355848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可形变卷积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66744"/>
            <a:ext cx="82296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3703320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B4FA"/>
                </a:solidFill>
              </a:rPr>
              <a:t>offset_gen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88720" y="3666744"/>
            <a:ext cx="210312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4440" y="3703320"/>
            <a:ext cx="2029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op=offset_gen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91840" y="3666744"/>
            <a:ext cx="118872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37560" y="370332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80560" y="3666744"/>
            <a:ext cx="2560320" cy="3383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26280" y="370332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偏移场生成器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23760" y="841248"/>
            <a:ext cx="4572000" cy="56235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0" y="8869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EmitterState 状态机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60920" y="1325880"/>
            <a:ext cx="4297680" cy="5669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52360" y="1344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line_buffer_idx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52360" y="16002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DL/WL 共享，WL 后 toggle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60920" y="1947672"/>
            <a:ext cx="4297680" cy="5669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5236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acc_reg_idx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52360" y="22219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每个 DataStorer 后 toggle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60920" y="2569464"/>
            <a:ext cx="4297680" cy="5669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52360" y="2587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quant_config_idx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52360" y="28437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同层共用，层末 toggle 一次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60920" y="3191256"/>
            <a:ext cx="4297680" cy="5669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52360" y="32095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offset_reg_idx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52360" y="346557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OffsetLoader 切换 slot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60920" y="3813048"/>
            <a:ext cx="4297680" cy="5669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52360" y="38313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feature_buf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52360" y="40873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a/b ping-pong，层末切换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60920" y="4434840"/>
            <a:ext cx="4297680" cy="5669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52360" y="4453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conv_layer_counter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52360" y="47091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1-based，仅 conv/dconv/og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60920" y="5056632"/>
            <a:ext cx="4297680" cy="5669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45236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9B4FA"/>
                </a:solidFill>
              </a:rPr>
              <a:t>weight_bas_addr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52360" y="53309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[0] 标准/dconv，[1] offset_gen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定制化算子：Deformable Conv2d 全链路支持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88952" cy="274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737360" cy="1417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1737360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1600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PyTorch
torchvision.ops.
deform_conv2d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9968" y="132588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868680"/>
            <a:ext cx="1737360" cy="1417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40280" y="868680"/>
            <a:ext cx="1737360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432" y="969264"/>
            <a:ext cx="1600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Relay IR
nn.deformable_
conv2d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132588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868680"/>
            <a:ext cx="1737360" cy="1417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868680"/>
            <a:ext cx="1737360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969264"/>
            <a:ext cx="1600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LayerDesc
op=deformable_
conv2d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132588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868680"/>
            <a:ext cx="1737360" cy="1417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868680"/>
            <a:ext cx="1737360" cy="7315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969264"/>
            <a:ext cx="1600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OffsetGen
融合
offset_gen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132588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868680"/>
            <a:ext cx="1737360" cy="1417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868680"/>
            <a:ext cx="1737360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969264"/>
            <a:ext cx="1600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TilingPlan
bilinear=1
ky_outer=3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132588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04120" y="868680"/>
            <a:ext cx="1737360" cy="1417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04120" y="868680"/>
            <a:ext cx="1737360" cy="7315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969264"/>
            <a:ext cx="1600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ISA 指令
QL+OL+DL
+WL+DS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468880"/>
            <a:ext cx="5303520" cy="40233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OffsetGenerator 融合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29260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识别模式：
  pool2d
  → conv2d（cout = 18）
  → deformable_conv2d
融合效果：
  • FSRCNN 23层 → 19层
  • 指令数 864 → 840
  • DataStorer 写入 offset_reg
    不占用 a/b Feature Buffer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468880"/>
            <a:ext cx="5943600" cy="40233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2514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硬件双线性插值单元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926080"/>
            <a:ext cx="5669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18 通道 offset map（2×9）
  对应 3×3 核 9 个采样点 × (x,y)
• OffsetLoader 将 offset_reg 内容
  送入双线性插值单元
• 硬件自动完成非规则采样，
  无需软件循环展开
• Deformable Conv 作为
  硬件一等公民支持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关键技术问题与修复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88952" cy="274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760720" cy="2560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005840" cy="347472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509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问题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9692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TVM id() 不稳定 → DAG 遍历超时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38988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8BA8"/>
                </a:solidFill>
              </a:rPr>
              <a:t>根因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389888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C2E8"/>
                </a:solidFill>
              </a:rPr>
              <a:t>TVM 每次访问 call.args[i] 创建新 Python 包装对象，id() 不稳定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993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6E3A1"/>
                </a:solidFill>
              </a:rPr>
              <a:t>修复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93392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用 expr in visited（TVM C++ 指针哈希，稳定）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5577840" cy="365760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3580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✅ 提取时间 超时 → 0.016 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914400"/>
            <a:ext cx="5760720" cy="2560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914400"/>
            <a:ext cx="1005840" cy="347472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9509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问题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2" y="9692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指令数错误：1427 → 1273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138988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8BA8"/>
                </a:solidFill>
              </a:rPr>
              <a:t>根因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389888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C2E8"/>
                </a:solidFill>
              </a:rPr>
              <a:t>load_total_num 用 h_in 计算，而非硬件固定的 tile_h=32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1993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6E3A1"/>
                </a:solidFill>
              </a:rPr>
              <a:t>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993392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tiling.py 统一 tile_h=32，load_total_num = tile_h // h_out_per_step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017520"/>
            <a:ext cx="5577840" cy="365760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03580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✅ 指令数精确对齐 golden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5760720" cy="2560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657600"/>
            <a:ext cx="1005840" cy="347472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6941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问题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37124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OffsetGenerator 融合 Pass 缺失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13308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8BA8"/>
                </a:solidFill>
              </a:rPr>
              <a:t>根因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133088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C2E8"/>
                </a:solidFill>
              </a:rPr>
              <a:t>pool2d+conv2d 未被识别，DataStorer 写入错误 buffer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47365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6E3A1"/>
                </a:solidFill>
              </a:rPr>
              <a:t>修复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736592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新增 fuse_offset_generators()，触发专用 emit 路径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760720"/>
            <a:ext cx="5577840" cy="365760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77900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✅ FSRCNN 23层→19层，864→840条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3657600"/>
            <a:ext cx="5760720" cy="2560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3657600"/>
            <a:ext cx="1005840" cy="347472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6941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问题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4072" y="37124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quant_config_idx 相位相反（116条差异）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413308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8BA8"/>
                </a:solidFill>
              </a:rPr>
              <a:t>根因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133088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C2E8"/>
                </a:solidFill>
              </a:rPr>
              <a:t>emit_quant_loader() 末尾立即 toggle，DataStorer 读到错误值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47365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6E3A1"/>
                </a:solidFill>
              </a:rPr>
              <a:t>修复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736592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Toggle 移至每层 emit 结束后执行一次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5760720"/>
            <a:ext cx="5577840" cy="365760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779008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6E3A1"/>
                </a:solidFill>
              </a:rPr>
              <a:t>✅ 116条差异归零，golden PERFECT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优化 Pass：多帧调度与后处理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88952" cy="274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5486400" cy="5577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load_next：多帧调度优化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212080" cy="621792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538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B4FA"/>
                </a:solidFill>
              </a:rPr>
              <a:t>[0-4]  OffchipDataLoader ×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45389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C2E8"/>
                </a:solidFill>
              </a:rPr>
              <a:t>Preamble：预载权重+量化参数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5212080" cy="621792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396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B4FA"/>
                </a:solidFill>
              </a:rPr>
              <a:t>[5]    OffchipDataLoader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3969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当前帧图像加载（transnum=576）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5212080" cy="621792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254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B4FA"/>
                </a:solidFill>
              </a:rPr>
              <a:t>[6]    QuantLoader(layer=1)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2549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第一层量化参数就绪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5212080" cy="621792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112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B4FA"/>
                </a:solidFill>
              </a:rPr>
              <a:t>[7..N] Layer-0 tile 循环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51129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当前帧计算开始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5212080" cy="621792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970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B4FA"/>
                </a:solidFill>
              </a:rPr>
              <a:t>[N+1]  OffchipDataLoader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19709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load_next：预载下一帧 ← 与计算重叠！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46320"/>
            <a:ext cx="5212080" cy="621792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88289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B4FA"/>
                </a:solidFill>
              </a:rPr>
              <a:t>[N+2+] Layer-1 及后续层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88289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计算继续，下一帧已在片上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623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6E3A1"/>
                </a:solidFill>
              </a:rPr>
              <a:t>收益：下一帧 DDR 传输与当前帧计算重叠，消除帧间等待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868680"/>
            <a:ext cx="5760720" cy="5577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PostPass：依赖分析 + 寄存器分配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阶段一：依赖分析（7条规则）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486400" cy="347472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8196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B4FA"/>
                </a:solidFill>
              </a:rPr>
              <a:t>DataLoader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8196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依赖同 lbidx 的最近 WeightLoader / DataStorer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167128"/>
            <a:ext cx="5486400" cy="347472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203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B4FA"/>
                </a:solidFill>
              </a:rPr>
              <a:t>WeightLoader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20370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依赖同 lbidx 的 DataLoader + 同 acc_reg 的 DataStorer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551176"/>
            <a:ext cx="5486400" cy="347472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B4FA"/>
                </a:solidFill>
              </a:rPr>
              <a:t>QuantLoader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5877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依赖同 quant_idx 的 DataStorer + quant OffchipDL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2935224"/>
            <a:ext cx="5486400" cy="347472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B4FA"/>
                </a:solidFill>
              </a:rPr>
              <a:t>DataStorer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2971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依赖同 quant_idx 的 QuantLoader + 同 acc_reg 的 WL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319272"/>
            <a:ext cx="5486400" cy="347472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3558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B4FA"/>
                </a:solidFill>
              </a:rPr>
              <a:t>OffsetLoader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33558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依赖 dest=offset_reg 的 DataStorer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673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阶段二：虚拟寄存器分配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133087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寄存器池 1–15，LIFO 回收
• 为每条指令分配 dest，推导 src1/src2/src3/src4
• src4 quirk 保留（移植自 golden，parity 保证）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验证结果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88952" cy="274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577840" cy="53035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5577840" cy="502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418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1E2E"/>
                </a:solidFill>
              </a:rPr>
              <a:t>FSRCNN（PyTorch, 36×64）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394960" cy="5943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AC2E8"/>
                </a:solidFill>
              </a:rPr>
              <a:t>原始层数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23 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76272"/>
            <a:ext cx="5394960" cy="594360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677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AC2E8"/>
                </a:solidFill>
              </a:rPr>
              <a:t>融合后层数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677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19 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43784"/>
            <a:ext cx="5394960" cy="5943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352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AC2E8"/>
                </a:solidFill>
              </a:rPr>
              <a:t>指令数（no_load_next）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352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1273 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11296"/>
            <a:ext cx="5394960" cy="594360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0273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AC2E8"/>
                </a:solidFill>
              </a:rPr>
              <a:t>指令数（load_next）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60273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1274 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78808"/>
            <a:ext cx="5394960" cy="5943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702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AC2E8"/>
                </a:solidFill>
              </a:rPr>
              <a:t>与 golden 功能性差异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2702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A6E3A1"/>
                </a:solidFill>
              </a:rPr>
              <a:t>0 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5394960" cy="594360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37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AC2E8"/>
                </a:solidFill>
              </a:rPr>
              <a:t>对齐状态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9377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A6E3A1"/>
                </a:solidFill>
              </a:rPr>
              <a:t>PERFECT 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914400"/>
            <a:ext cx="5577840" cy="3200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914400"/>
            <a:ext cx="5577840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9418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2E"/>
                </a:solidFill>
              </a:rPr>
              <a:t>UNet / USR-Net（ONNX, 256×256）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508760"/>
            <a:ext cx="5394960" cy="5669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59105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C2E8"/>
                </a:solidFill>
              </a:rPr>
              <a:t>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59105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50 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148840"/>
            <a:ext cx="5394960" cy="5669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23113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C2E8"/>
                </a:solidFill>
              </a:rPr>
              <a:t>总指令数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23113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4995 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788920"/>
            <a:ext cx="5394960" cy="5669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87121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C2E8"/>
                </a:solidFill>
              </a:rPr>
              <a:t>QuantLoader 编号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87121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A6E3A1"/>
                </a:solidFill>
              </a:rPr>
              <a:t>1–28 连续 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429000"/>
            <a:ext cx="5394960" cy="566928"/>
          </a:xfrm>
          <a:prstGeom prst="rect">
            <a:avLst/>
          </a:prstGeom>
          <a:solidFill>
            <a:srgbClr val="28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51129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C2E8"/>
                </a:solidFill>
              </a:rPr>
              <a:t>状态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51129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结构对齐，全字段验证中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251960"/>
            <a:ext cx="5577840" cy="19202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42976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</a:rPr>
              <a:t>编译速度（FSRCNN）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70916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C2E8"/>
                </a:solidFill>
              </a:rPr>
              <a:t>Frontend + InferType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70916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~0.8 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03834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C2E8"/>
                </a:solidFill>
              </a:rPr>
              <a:t>LayerDesc 提取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503834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0.016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36752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C2E8"/>
                </a:solidFill>
              </a:rPr>
              <a:t>Tiling + Emit + PostPass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536752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&lt; 0.1 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569671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C2E8"/>
                </a:solidFill>
              </a:rPr>
              <a:t>总计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569671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A6E3A1"/>
                </a:solidFill>
              </a:rPr>
              <a:t>&lt; 1 s  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9B4FA"/>
                </a:solidFill>
              </a:rPr>
              <a:t>当前状态与后续计划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3232"/>
            <a:ext cx="12188952" cy="27432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5394960" cy="5577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5394960" cy="438912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2E"/>
                </a:solidFill>
              </a:rPr>
              <a:t>✅  已完成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Frontend 双入口（ONNX / PyTorch）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Relay DAG 提取（TVM hash bug 修复）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5 种 Tiling 模板覆盖所有算子类型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7 类 ISA 指令 dispatch 包装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443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EmitterState 状态机（全 ping-pong 管理）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OffsetGenerator 融合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30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Activation 融合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239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PostPass 依赖分析 + 虚拟寄存器分配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171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load_next 多帧调度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10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6E3A1"/>
                </a:solidFill>
              </a:rPr>
              <a:t>✓  FSRCNN golden 零差异对齐 ← PERFECT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03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UNet 50层结构对齐（QuantLoader 1-28）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868680"/>
            <a:ext cx="5852160" cy="5577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868680"/>
            <a:ext cx="5852160" cy="438912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89611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1E2E"/>
                </a:solidFill>
              </a:rPr>
              <a:t>📋  后续计划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371600"/>
            <a:ext cx="548640" cy="457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488" y="14447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4447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E2AF"/>
                </a:solidFill>
              </a:rPr>
              <a:t>bas_addr 自动推导（硬件内存布局规则）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993392"/>
            <a:ext cx="548640" cy="4572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206654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1E2E"/>
                </a:solidFill>
              </a:rPr>
              <a:t>P1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0665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E2AF"/>
                </a:solidFill>
              </a:rPr>
              <a:t>UNet golden 全字段对齐验证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615184"/>
            <a:ext cx="54864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26883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AC2E8"/>
                </a:solidFill>
              </a:rPr>
              <a:t>P2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68833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C2E8"/>
                </a:solidFill>
              </a:rPr>
              <a:t>完整 UNet→FSRCNN 串联流水线测试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236976"/>
            <a:ext cx="54864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33101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AC2E8"/>
                </a:solidFill>
              </a:rPr>
              <a:t>P2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3101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C2E8"/>
                </a:solidFill>
              </a:rPr>
              <a:t>更多模型通用性验证（MobileNet 等）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858768"/>
            <a:ext cx="54864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0488" y="39319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AC2E8"/>
                </a:solidFill>
              </a:rPr>
              <a:t>P2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9319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C2E8"/>
                </a:solidFill>
              </a:rPr>
              <a:t>单元测试分层（Pass / Tiling / Emitter）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480560"/>
            <a:ext cx="54864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0488" y="455371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AC2E8"/>
                </a:solidFill>
              </a:rPr>
              <a:t>P2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5537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C2E8"/>
                </a:solidFill>
              </a:rPr>
              <a:t>全局 ISA 状态实例化（并发安全）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5102352"/>
            <a:ext cx="54864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0488" y="517550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AC2E8"/>
                </a:solidFill>
              </a:rPr>
              <a:t>P2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51755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C2E8"/>
                </a:solidFill>
              </a:rPr>
              <a:t>常量折叠可选开启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